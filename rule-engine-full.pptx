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matching (Go)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 rows</c:v>
                  </c:pt>
                  <c:pt idx="1">
                    <c:v>10K rows</c:v>
                  </c:pt>
                  <c:pt idx="2">
                    <c:v>100K rows</c:v>
                  </c:pt>
                  <c:pt idx="3">
                    <c:v>1M rows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9</c:v>
                </c:pt>
                <c:pt idx="2">
                  <c:v>88</c:v>
                </c:pt>
                <c:pt idx="3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Serialize + transport</c:v>
                </c:pt>
              </c:strCache>
            </c:strRef>
          </c:tx>
          <c:spPr>
            <a:solidFill>
              <a:srgbClr val="D97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 rows</c:v>
                  </c:pt>
                  <c:pt idx="1">
                    <c:v>10K rows</c:v>
                  </c:pt>
                  <c:pt idx="2">
                    <c:v>100K rows</c:v>
                  </c:pt>
                  <c:pt idx="3">
                    <c:v>1M rows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55</c:v>
                </c:pt>
                <c:pt idx="2">
                  <c:v>640</c:v>
                </c:pt>
                <c:pt idx="3">
                  <c:v>7200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4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480"/>
                    </a:solidFill>
                    <a:latin typeface="Arial"/>
                  </a:rPr>
                  <a:t>Time per call (illustrative)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621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ARCHITECTURE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rules belong, why,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pandas vs. Go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answer for the Genie agent + MCP data layer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892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4855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position to apply rules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52395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52029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MCP-level beats agent-level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55869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5550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port of the rule engine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9344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934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reusable layer lives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6281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6281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6245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in-process vs. a Go service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rules be applied?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“MCP level.” The precise answer: a standalone, deterministic rule engine — invoked at the data-access (MCP) boundary, before data ever reaches the agent.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770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via SP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14016" y="3177540"/>
            <a:ext cx="429768" cy="0"/>
          </a:xfrm>
          <a:prstGeom prst="line">
            <a:avLst/>
          </a:prstGeom>
          <a:noFill/>
          <a:ln w="19050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80360" y="2606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 w="25400">
            <a:solidFill>
              <a:srgbClr val="D97D3D"/>
            </a:solidFill>
            <a:prstDash val="solid"/>
          </a:ln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80360" y="2770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71800" y="3172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apply rules here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85816" y="3177540"/>
            <a:ext cx="429768" cy="0"/>
          </a:xfrm>
          <a:prstGeom prst="line">
            <a:avLst/>
          </a:prstGeom>
          <a:noFill/>
          <a:ln w="19050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852160" y="260604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2770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/ orchestration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26096" y="3177540"/>
            <a:ext cx="429768" cy="0"/>
          </a:xfrm>
          <a:prstGeom prst="line">
            <a:avLst/>
          </a:prstGeom>
          <a:noFill/>
          <a:ln w="19050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92440" y="260604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92440" y="2770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8388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8036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execute here — deterministic, before the LLM ever sees the rows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data </a:t>
            </a:r>
            <a:pPr indent="0" marL="0">
              <a:buNone/>
            </a:pPr>
            <a:r>
              <a:rPr lang="en-US" sz="14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forward to the agent. </a:t>
            </a:r>
            <a:pPr indent="0" marL="0">
              <a:buNone/>
            </a:pPr>
            <a:r>
              <a:rPr lang="en-US" sz="145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Ruled-out data </a:t>
            </a:r>
            <a:pPr indent="0" marL="0">
              <a:buNone/>
            </a:pPr>
            <a:r>
              <a:rPr lang="en-US" sz="14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crosses into agent context, logs, or traces.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0080" y="56235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AF6F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623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 →  reaches the agent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943600" y="56235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BEEE2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0" y="5623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ruled_out  →  stops at the boundary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MCP-level, not agent-level?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36192" y="18379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 stays out of reasoning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pure, deterministic transforms. Mixing them into the LLM's reasoning loop blurs responsibility and risks the model itself doing the filtering.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8562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31152" y="18379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governance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309360" y="2468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Filtered-out rows never enter agent context, logs, or traces. For allow-list rules, the data boundary IS the enforcement point.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0965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36192" y="40782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914400" y="4709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calling the MCP tool gets identically filtered data. Push to agent-level and each new agent re-implements (and drifts from) the rules.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35040" y="3840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40965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931152" y="40782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and latency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6309360" y="4709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crossing into model context means fewer tokens spent and a faster round trip per call.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035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exception: rules depending on live conversational context belong with the agent — but that's reasoning, not data governance. Don't conflate the two.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reusable layer lives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engine reusable by isolating it as its own module — independent of MCP and of language — not by choosing where you call it from.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1280160" y="2011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6002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layer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97680" y="2103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reasoning. Picks which ruleset / tool to call.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2898648"/>
            <a:ext cx="0" cy="237744"/>
          </a:xfrm>
          <a:prstGeom prst="line">
            <a:avLst/>
          </a:prstGeom>
          <a:noFill/>
          <a:ln w="19050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280160" y="3154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00200" y="3246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/ data layer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9768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rows, then invokes the engine before returning.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4041648"/>
            <a:ext cx="0" cy="237744"/>
          </a:xfrm>
          <a:prstGeom prst="line">
            <a:avLst/>
          </a:prstGeom>
          <a:noFill/>
          <a:ln w="19050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280160" y="4297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 w="25400">
            <a:solidFill>
              <a:srgbClr val="D97D3D"/>
            </a:solidFill>
            <a:prstDash val="solid"/>
          </a:ln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00200" y="4389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9768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logic. No MCP imports, no agent imports, no DB. Importable by any tool, any agent, any service.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engine out of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mcp_db_service.tools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its own subpackage, e.g.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mcp_db_service.rules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a separate installable package), with zero MCP/agent imports.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ENGINE, RECAPPED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RuleEngine actually does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at one source column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ruleset.source_column on the incoming DataFrame.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15968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90288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against active rules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590288" y="2880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is exact, case_insensitive, or regex — first matching active rule wins.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91856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66176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 into two tables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266176" y="2880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(matched, tagged with rule_id, grouped in ruleset order) and ruled_out (no match).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deterministic allow-list / classification engine — the right shape to make reusable.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same logic, ported to Go.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— GO PORT (1/2)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types &amp; matching logic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881360" cy="5029200"/>
          </a:xfrm>
          <a:prstGeom prst="roundRect">
            <a:avLst>
              <a:gd name="adj" fmla="val 1091"/>
            </a:avLst>
          </a:prstGeom>
          <a:solidFill>
            <a:srgbClr val="0A2438"/>
          </a:solidFill>
          <a:ln w="12700">
            <a:solidFill>
              <a:srgbClr val="1340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54480"/>
            <a:ext cx="103327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Rule struct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ID, Source string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    bool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RuleSet struct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SourceColumn string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MatchMode    MatchMode  // exact | case_insensitive | regex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Rules        []Rule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Engine struct {  // precompiles ruleset state once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  []Rule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patterns []*regexp.Regexp   // regex mode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lookup   map[string]string  // exact / case_insensitive mode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(e *Engine) matchRuleID(v string) (string, bool)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e.rs.MatchMode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ModeRegex: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i, p := range e.patterns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p.MatchString(v)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e.active[i].ID, true  // first match wins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"", false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// exact / case_insensitive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id, ok := e.lookup[normalize(v)]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id, ok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— GO PORT (2/2)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Apply(): the kept / ruled_out split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881360" cy="5029200"/>
          </a:xfrm>
          <a:prstGeom prst="roundRect">
            <a:avLst>
              <a:gd name="adj" fmla="val 1091"/>
            </a:avLst>
          </a:prstGeom>
          <a:solidFill>
            <a:srgbClr val="0A2438"/>
          </a:solidFill>
          <a:ln w="12700">
            <a:solidFill>
              <a:srgbClr val="1340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54480"/>
            <a:ext cx="103327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RuleResult struct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Kept     Table  `json:"kept"`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RuledOut Table  `json:"ruled_out"`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(e *Engine) Apply(table Table) (RuleResult, error)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 := e.rs.SourceColumn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keptByRule := make(map[string]Table)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ruledOut Table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_, row := range table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:= toString(row[col])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id, ok := e.matchRuleID(v); ok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 := cloneRow(row)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out["matched_rule"] = id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keptByRule[id] = append(keptByRule[id], out)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ruledOut = append(ruledOut, cloneRow(row))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kept Table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_, r := range e.active {  // preserve ruleset order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kept = append(kept, keptByRule[r.ID]...)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RuleResult{Kept: kept, RuledOut: ruledOut}, nil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in-process vs. a Go service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AF6FA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8470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27632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In-process pandas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2560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in memory as a DataFrame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= CPU work on data that's right there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copying, no conversion, no transport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800600"/>
            <a:ext cx="4617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matching only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BEEE2"/>
          </a:solidFill>
          <a:ln/>
          <a:effectLst>
            <a:outerShdw sx="100000" sy="100000" kx="0" ky="0" algn="bl" rotWithShape="0" blurRad="88900" dist="38100" dir="5400000">
              <a:srgbClr val="0B1E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847088"/>
            <a:ext cx="502920" cy="502920"/>
          </a:xfrm>
          <a:prstGeom prst="ellipse">
            <a:avLst/>
          </a:prstGeom>
          <a:solidFill>
            <a:srgbClr val="D97D3D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51192" y="18562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Out-of-process Go service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629400" y="2560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must leave Python and come back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→ send → parse, then the reverse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Go's raw speed is real, but it's a small slice now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0" y="4800600"/>
            <a:ext cx="4617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matching + boundary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GoRules ZEN is not a hand-rolled Go service. Its core is Rust, embedded in-process via Python/Go/Node bindings — no network hop, so this boundary cost mostly doesn't apply to it.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5, CONTINUED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large result sets tip the balance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serialization both grow with row count — but serialization does far heavier work per row. At scale, the boundary overwhelms the matching it was meant to speed up.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7744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237744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EAF6FA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0" y="24871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863840" y="279806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is negligible at a few hundred rows.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35240" y="3611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BEEE2"/>
          </a:solidFill>
          <a:ln/>
        </p:spPr>
      </p:sp>
      <p:sp>
        <p:nvSpPr>
          <p:cNvPr id="11" name="Text 7"/>
          <p:cNvSpPr/>
          <p:nvPr/>
        </p:nvSpPr>
        <p:spPr>
          <a:xfrm>
            <a:off x="7863840" y="3721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863840" y="40325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cost dwarfs matching cost. Net result can be slower end-to-end.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35240" y="498348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</p:spPr>
      </p:sp>
      <p:sp>
        <p:nvSpPr>
          <p:cNvPr id="14" name="Text 10"/>
          <p:cNvSpPr/>
          <p:nvPr/>
        </p:nvSpPr>
        <p:spPr>
          <a:xfrm>
            <a:off x="7863840" y="50932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pandas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0" y="540410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the blue portion only — no amber, at any row count.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oati-gen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768096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position for the Genie platform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0E3A52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22311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at the MCP boundary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run where data is fetched — not inside the agent's reasoning loop.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20116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0E3A52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2677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95160" y="22311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engine standalone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29260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MCP/agent imports. One importable module other agents can reuse directly.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0E3A52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43251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42885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in-process for now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983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consumers are Python. A Go service adds a serialization tax with no payoff yet.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80760" y="40690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0E3A52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43251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995160" y="42885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Go/ZEN if reuse needs grow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55080" y="4983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true cross-language agents emerge, an embedded engine (e.g. ZEN) beats a hand-rolled network service.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 Engine Architecture — Genie Platform</dc:title>
  <dc:subject>PptxGenJS Presentation</dc:subject>
  <dc:creator>DD</dc:creator>
  <cp:lastModifiedBy>DD</cp:lastModifiedBy>
  <cp:revision>1</cp:revision>
  <dcterms:created xsi:type="dcterms:W3CDTF">2026-06-17T11:36:44Z</dcterms:created>
  <dcterms:modified xsi:type="dcterms:W3CDTF">2026-06-17T11:36:44Z</dcterms:modified>
</cp:coreProperties>
</file>